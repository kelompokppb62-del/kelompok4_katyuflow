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36D7-7992-A288-6132-3D78CECBD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2B951-2F2C-5C4F-4E33-68E7DBB4F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C6EC-36B4-AB15-E564-92ABF9954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EB85F-07A9-BC47-2FD2-2CC6D2C3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C8D21-DEA0-405D-5F2F-4578725E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0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6600-B99C-394F-F5FC-8C55EE7C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30C92-7FD5-992F-76BC-5B7386743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CEF6D-DDC5-0C84-6DAC-EC927325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9D76A-7D30-F9DA-767B-4A0165B0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DD17A-7C30-C407-89F7-A6D55DE4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8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D3F9-3180-B8BD-A659-631F078F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6526F-6E11-0D50-E495-81E4906E9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49BFB-8C99-C19D-A0D3-77AE83D6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7DBBF-57EF-2B3A-7C76-93DE1CF4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2B3E-A6ED-15AD-6A83-16D81EAC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3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BF9F-0673-2195-EE45-CD344DDE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72A18-11EC-3E8F-7302-81E3AE317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6BF7B-577E-27ED-1FF1-FE3654430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18B3E-77CC-5C61-FFA7-F349222A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A6014-059F-8D69-D307-BAA34653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CEB24-6D81-1ACE-7107-CC0B1B8C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B0C1D-A470-0494-0049-43E22353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B34CD-13D0-D83E-16DA-87E9DDD98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C2ECC-D5B9-ECF5-B0F5-34DBE0F6B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B7631-ED6A-E776-63F3-14D82AF45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F6552-4A96-6E93-F408-FE6BD0690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90BC7-119D-5136-0812-B089751E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C4FEB-6B90-5D4F-E833-78E6180A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54ADE-C8B9-D8F3-1E87-2C14D687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2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5F61-AAA7-4E11-CADA-7A87F756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621D4-56A5-0FAD-905B-EB4344F5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1D1CC-E9F4-2CF1-88E7-8DBA2690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CADB1-0740-96F1-7F16-951D3555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8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CB9C5-80E1-813A-C8D2-50126A28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3B2D9-D19B-41A2-9CD3-88D9B9C5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7C850-9875-9801-A6C3-E46B65B7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5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B608-46BD-BDC5-ECC3-CA9AB9EC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4801C-5429-CB59-4901-741DD000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98038-559F-0D12-B957-2D5743096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C0B79-A850-4BE3-1EC9-2ABA7DAA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A739B-2752-A56F-6FF1-BAD1CDD5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7C2A4-18AD-5E53-B07C-4FF9E86D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1355-674C-1235-0FC8-6A3A771A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FD75B-3EF7-AC43-891E-637531C47F4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6D3C9-C37F-E2FC-773A-4CF873F0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3CADE-8AFC-A248-8202-9E05653D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8CEA1-F062-3DC9-77DF-20A082FC1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0FB8A-F67D-A6A4-CF0E-E3A7BF0E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DE44-49DD-404C-814F-E27FFC0A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52098-142F-DCB2-34C4-1F367C7BB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3100-FDFF-3FCA-99E1-6314C97F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F5E93-8E4B-3E14-595A-3273CD8E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34EE4-C89E-668E-DDC5-E0FB1E48C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5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176EB-7667-6EDF-2029-C42A3D7F8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19A0B-B23C-A9EC-2E4D-AC799EEBD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55F84-BE05-3008-619B-6EC91E82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FDF3-82B8-1ED2-9BB8-B1C3B055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68514-6512-CD97-A44C-1466447F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9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80904-C8B9-3AF2-3CA8-F060F5F6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5B9A1-2C9F-487E-2479-4C921EC1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C5DDA-BC1A-6414-B3A9-083A8CA18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E6A25-47BD-497E-A164-CC35C5BB70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8440D-D121-7A1E-74A3-CF6D57A33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8D4C1-2070-EA9C-F9F2-AB8683968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6A1B7-306B-4027-B540-DE3F4E4C8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9AF5-3B50-EDB4-3F6C-0E74EB2B0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28021-27A6-B07E-3335-E39F37DD8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BB6A2-17BD-7685-DCE7-01C980BB4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4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088C-B334-2F5C-BBB1-A9BFA2CB11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2A12D-5FEF-0939-B95F-688F0C84A7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74456-E259-14B9-E342-9EE353E27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3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1357-4F27-1513-9609-EF4EB8D90C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BBE15-A58B-6E7B-8B80-0F051A1D5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2A667-C0EA-452B-6303-8CDA5BC71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0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7D78-2D38-7193-3911-1691202CB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7F8AB-A3E1-1EDE-4294-3A905E69A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078C4-861D-1DAB-C0B0-BA6D240A4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6C2E4A-6A4A-9C03-83F2-0A7A35235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4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62F06-78D0-CAC6-D78D-6C47EA568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02F55-9ED5-A3F2-F00C-2243A57DE3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22FE4-99BF-6699-4C2B-4DABD10AA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86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C103-53EB-7BD7-F392-2AC8DEC9A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F81B9-DA14-BC44-9640-A74F562AD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2DDFF-23EB-7684-C73B-0BD0B1195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0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67F1-D3D9-A8A8-C3D1-F3CBBA432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B86CD-F82F-506A-8A01-E7391B619A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92C8F-7393-95A3-0BE0-8A2259A42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3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E6BA-BD4A-80AB-F6B8-4A2E531A6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102E4-2822-FE76-AEB8-F2BEE132D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B2F7E-2F6E-18DA-236A-78CBF7F73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2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A013-1C99-56C0-F85F-5202321A7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20E87-775E-A0C1-F7A3-9D36CD4562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3170E-1F10-C1BD-E274-3F9D5CC70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2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96573-CDFF-86FB-388A-9BE650F81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53D3D-DFF4-F65B-00F3-956AECAB22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9FEAE-AAC2-1600-EDA9-FB4651130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46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Shafira fitri Citra ramadhanti</dc:creator>
  <cp:lastModifiedBy>Shafira fitri Citra ramadhanti</cp:lastModifiedBy>
  <cp:revision>2</cp:revision>
  <dcterms:created xsi:type="dcterms:W3CDTF">2026-10-14T09:52:50Z</dcterms:created>
  <dcterms:modified xsi:type="dcterms:W3CDTF">2026-10-14T10:21:32Z</dcterms:modified>
</cp:coreProperties>
</file>